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A415D40A-2B9C-4FE1-A732-0A13DF709F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2670703E-B1E8-4C93-9364-E750C3D9F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347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D40A-2B9C-4FE1-A732-0A13DF709F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703E-B1E8-4C93-9364-E750C3D9F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21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D40A-2B9C-4FE1-A732-0A13DF709F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703E-B1E8-4C93-9364-E750C3D9F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02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D40A-2B9C-4FE1-A732-0A13DF709F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703E-B1E8-4C93-9364-E750C3D9F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57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D40A-2B9C-4FE1-A732-0A13DF709F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703E-B1E8-4C93-9364-E750C3D9F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518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D40A-2B9C-4FE1-A732-0A13DF709F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703E-B1E8-4C93-9364-E750C3D9F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1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D40A-2B9C-4FE1-A732-0A13DF709F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703E-B1E8-4C93-9364-E750C3D9F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64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D40A-2B9C-4FE1-A732-0A13DF709F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703E-B1E8-4C93-9364-E750C3D9F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35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D40A-2B9C-4FE1-A732-0A13DF709F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703E-B1E8-4C93-9364-E750C3D9F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866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D40A-2B9C-4FE1-A732-0A13DF709F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703E-B1E8-4C93-9364-E750C3D9F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619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D40A-2B9C-4FE1-A732-0A13DF709F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703E-B1E8-4C93-9364-E750C3D9F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220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D40A-2B9C-4FE1-A732-0A13DF709F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703E-B1E8-4C93-9364-E750C3D9F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29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D40A-2B9C-4FE1-A732-0A13DF709F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703E-B1E8-4C93-9364-E750C3D9F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63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D40A-2B9C-4FE1-A732-0A13DF709F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703E-B1E8-4C93-9364-E750C3D9F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372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D40A-2B9C-4FE1-A732-0A13DF709F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703E-B1E8-4C93-9364-E750C3D9F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5874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D40A-2B9C-4FE1-A732-0A13DF709F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703E-B1E8-4C93-9364-E750C3D9F96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279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D40A-2B9C-4FE1-A732-0A13DF709F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703E-B1E8-4C93-9364-E750C3D9F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910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415D40A-2B9C-4FE1-A732-0A13DF709F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670703E-B1E8-4C93-9364-E750C3D9F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5462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C1380E-C7DA-9F93-5E53-E225FD155429}"/>
              </a:ext>
            </a:extLst>
          </p:cNvPr>
          <p:cNvSpPr txBox="1"/>
          <p:nvPr/>
        </p:nvSpPr>
        <p:spPr>
          <a:xfrm>
            <a:off x="3279058" y="2079522"/>
            <a:ext cx="604683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PayStar</a:t>
            </a:r>
            <a:r>
              <a:rPr lang="en-US" sz="4000" dirty="0"/>
              <a:t> Login Workflow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Presenter</a:t>
            </a:r>
            <a:r>
              <a:rPr lang="en-US" dirty="0"/>
              <a:t>: Alireza Hadipoor</a:t>
            </a:r>
          </a:p>
          <a:p>
            <a:r>
              <a:rPr lang="en-US" b="1" dirty="0"/>
              <a:t>Advisor</a:t>
            </a:r>
            <a:r>
              <a:rPr lang="en-US" dirty="0"/>
              <a:t>: Ali </a:t>
            </a:r>
            <a:r>
              <a:rPr lang="en-US" dirty="0" err="1"/>
              <a:t>Rohoolamini</a:t>
            </a:r>
            <a:endParaRPr lang="en-US" dirty="0"/>
          </a:p>
          <a:p>
            <a:r>
              <a:rPr lang="en-US" b="1" dirty="0"/>
              <a:t>Date</a:t>
            </a:r>
            <a:r>
              <a:rPr lang="en-US" dirty="0"/>
              <a:t>: Fall 2025 </a:t>
            </a:r>
          </a:p>
        </p:txBody>
      </p:sp>
    </p:spTree>
    <p:extLst>
      <p:ext uri="{BB962C8B-B14F-4D97-AF65-F5344CB8AC3E}">
        <p14:creationId xmlns:p14="http://schemas.microsoft.com/office/powerpoint/2010/main" val="412281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miley Face 1">
            <a:extLst>
              <a:ext uri="{FF2B5EF4-FFF2-40B4-BE49-F238E27FC236}">
                <a16:creationId xmlns:a16="http://schemas.microsoft.com/office/drawing/2014/main" id="{4317DD70-F8A1-CFEF-6D11-C695A3C110E7}"/>
              </a:ext>
            </a:extLst>
          </p:cNvPr>
          <p:cNvSpPr/>
          <p:nvPr/>
        </p:nvSpPr>
        <p:spPr>
          <a:xfrm>
            <a:off x="699318" y="2542789"/>
            <a:ext cx="929148" cy="884903"/>
          </a:xfrm>
          <a:prstGeom prst="smileyFac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192E3E-81E1-F507-58B3-1D5A66BDFACB}"/>
              </a:ext>
            </a:extLst>
          </p:cNvPr>
          <p:cNvSpPr txBox="1"/>
          <p:nvPr/>
        </p:nvSpPr>
        <p:spPr>
          <a:xfrm>
            <a:off x="876298" y="3427692"/>
            <a:ext cx="75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6521AD3-3DC9-C17B-7887-8116AD1F8FCF}"/>
              </a:ext>
            </a:extLst>
          </p:cNvPr>
          <p:cNvSpPr/>
          <p:nvPr/>
        </p:nvSpPr>
        <p:spPr>
          <a:xfrm>
            <a:off x="1815278" y="2542789"/>
            <a:ext cx="1150374" cy="884903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Enter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BF785D-B588-1CA9-7A14-3687BAEF9283}"/>
              </a:ext>
            </a:extLst>
          </p:cNvPr>
          <p:cNvSpPr/>
          <p:nvPr/>
        </p:nvSpPr>
        <p:spPr>
          <a:xfrm>
            <a:off x="3164756" y="2433483"/>
            <a:ext cx="1650594" cy="10323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Dashboard</a:t>
            </a:r>
            <a:br>
              <a:rPr lang="en-US" dirty="0"/>
            </a:br>
            <a:r>
              <a:rPr lang="en-US" dirty="0"/>
              <a:t>(Home: ‘/’)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EB40262-319B-64B5-6685-0DB42077351E}"/>
              </a:ext>
            </a:extLst>
          </p:cNvPr>
          <p:cNvSpPr/>
          <p:nvPr/>
        </p:nvSpPr>
        <p:spPr>
          <a:xfrm>
            <a:off x="5070858" y="2269977"/>
            <a:ext cx="1150374" cy="884903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/>
              <a:t>Redirect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259DC3D-4AEC-8CDD-5376-FAF26B0D7AD0}"/>
              </a:ext>
            </a:extLst>
          </p:cNvPr>
          <p:cNvSpPr/>
          <p:nvPr/>
        </p:nvSpPr>
        <p:spPr>
          <a:xfrm>
            <a:off x="6474539" y="2433482"/>
            <a:ext cx="1650594" cy="10323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 in</a:t>
            </a:r>
            <a:br>
              <a:rPr lang="en-US" dirty="0"/>
            </a:br>
            <a:r>
              <a:rPr lang="en-US" dirty="0"/>
              <a:t>(‘/</a:t>
            </a:r>
            <a:r>
              <a:rPr lang="en-US" dirty="0" err="1"/>
              <a:t>signin</a:t>
            </a:r>
            <a:r>
              <a:rPr lang="en-US" dirty="0"/>
              <a:t>’)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9CEB238-1748-FB7D-5FC6-068DB76A8894}"/>
              </a:ext>
            </a:extLst>
          </p:cNvPr>
          <p:cNvSpPr/>
          <p:nvPr/>
        </p:nvSpPr>
        <p:spPr>
          <a:xfrm>
            <a:off x="8432386" y="2491892"/>
            <a:ext cx="1150374" cy="884903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Options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31E958A8-D77F-9825-14A4-FCC6EA5000B3}"/>
              </a:ext>
            </a:extLst>
          </p:cNvPr>
          <p:cNvSpPr/>
          <p:nvPr/>
        </p:nvSpPr>
        <p:spPr>
          <a:xfrm>
            <a:off x="4502720" y="224813"/>
            <a:ext cx="2185789" cy="130696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Signed In?</a:t>
            </a:r>
          </a:p>
        </p:txBody>
      </p:sp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9147FCD4-C94A-28CE-3433-841CA5560381}"/>
              </a:ext>
            </a:extLst>
          </p:cNvPr>
          <p:cNvSpPr/>
          <p:nvPr/>
        </p:nvSpPr>
        <p:spPr>
          <a:xfrm rot="5400000">
            <a:off x="8595940" y="87558"/>
            <a:ext cx="1306968" cy="3341052"/>
          </a:xfrm>
          <a:prstGeom prst="curved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620813BB-268C-CB32-891C-30E366D5B2AB}"/>
              </a:ext>
            </a:extLst>
          </p:cNvPr>
          <p:cNvSpPr/>
          <p:nvPr/>
        </p:nvSpPr>
        <p:spPr>
          <a:xfrm rot="18702058">
            <a:off x="9258333" y="4036890"/>
            <a:ext cx="1746605" cy="565067"/>
          </a:xfrm>
          <a:prstGeom prst="lef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D866BED-012B-B992-FFB7-80CB9E57E71D}"/>
              </a:ext>
            </a:extLst>
          </p:cNvPr>
          <p:cNvSpPr/>
          <p:nvPr/>
        </p:nvSpPr>
        <p:spPr>
          <a:xfrm>
            <a:off x="7949952" y="5043948"/>
            <a:ext cx="1650594" cy="10323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 in</a:t>
            </a:r>
            <a:br>
              <a:rPr lang="en-US" dirty="0"/>
            </a:br>
            <a:r>
              <a:rPr lang="en-US" dirty="0"/>
              <a:t>(‘/login’)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294AF32E-E1EF-F57C-93DA-4AA46515856C}"/>
              </a:ext>
            </a:extLst>
          </p:cNvPr>
          <p:cNvSpPr/>
          <p:nvPr/>
        </p:nvSpPr>
        <p:spPr>
          <a:xfrm>
            <a:off x="4409314" y="4828361"/>
            <a:ext cx="2113846" cy="158154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Successful?</a:t>
            </a:r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11EC65B1-EDBE-7085-EBFB-365C9A93121F}"/>
              </a:ext>
            </a:extLst>
          </p:cNvPr>
          <p:cNvSpPr/>
          <p:nvPr/>
        </p:nvSpPr>
        <p:spPr>
          <a:xfrm>
            <a:off x="6641808" y="5176684"/>
            <a:ext cx="1145458" cy="884903"/>
          </a:xfrm>
          <a:prstGeom prst="lef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Options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989520B-5650-A6F5-7A9F-6AB1B4BEFE66}"/>
              </a:ext>
            </a:extLst>
          </p:cNvPr>
          <p:cNvSpPr/>
          <p:nvPr/>
        </p:nvSpPr>
        <p:spPr>
          <a:xfrm rot="18507122">
            <a:off x="5400367" y="3989303"/>
            <a:ext cx="1912381" cy="441419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A1C7D3-A374-97E8-9EF1-48E79C887DA4}"/>
              </a:ext>
            </a:extLst>
          </p:cNvPr>
          <p:cNvSpPr txBox="1"/>
          <p:nvPr/>
        </p:nvSpPr>
        <p:spPr>
          <a:xfrm>
            <a:off x="8745659" y="1320569"/>
            <a:ext cx="523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2A48F6-57CC-5233-850F-1FD79B98381E}"/>
              </a:ext>
            </a:extLst>
          </p:cNvPr>
          <p:cNvSpPr txBox="1"/>
          <p:nvPr/>
        </p:nvSpPr>
        <p:spPr>
          <a:xfrm>
            <a:off x="433017" y="446426"/>
            <a:ext cx="253263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Login Flowchart:</a:t>
            </a:r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26A4F494-33A2-FD26-64E0-D08074093137}"/>
              </a:ext>
            </a:extLst>
          </p:cNvPr>
          <p:cNvSpPr/>
          <p:nvPr/>
        </p:nvSpPr>
        <p:spPr>
          <a:xfrm rot="3054865">
            <a:off x="3550527" y="4111571"/>
            <a:ext cx="1941072" cy="375925"/>
          </a:xfrm>
          <a:prstGeom prst="lef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Yes</a:t>
            </a: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B635FCDD-E914-47BE-DCE1-EF74F7DAE347}"/>
              </a:ext>
            </a:extLst>
          </p:cNvPr>
          <p:cNvSpPr/>
          <p:nvPr/>
        </p:nvSpPr>
        <p:spPr>
          <a:xfrm rot="3054865">
            <a:off x="5794218" y="1735047"/>
            <a:ext cx="1189903" cy="375925"/>
          </a:xfrm>
          <a:prstGeom prst="lef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Status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7F93E76-F57E-8015-2E33-170B3D95202D}"/>
              </a:ext>
            </a:extLst>
          </p:cNvPr>
          <p:cNvSpPr/>
          <p:nvPr/>
        </p:nvSpPr>
        <p:spPr>
          <a:xfrm>
            <a:off x="9887566" y="2433259"/>
            <a:ext cx="1963738" cy="130696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Have </a:t>
            </a:r>
            <a:r>
              <a:rPr lang="en-US" sz="1500" dirty="0"/>
              <a:t>Account</a:t>
            </a:r>
            <a:r>
              <a:rPr lang="en-US" dirty="0"/>
              <a:t>?</a:t>
            </a:r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4A23A734-30C8-AB77-9CF8-5A58035A3F0F}"/>
              </a:ext>
            </a:extLst>
          </p:cNvPr>
          <p:cNvSpPr/>
          <p:nvPr/>
        </p:nvSpPr>
        <p:spPr>
          <a:xfrm rot="18702058">
            <a:off x="3745843" y="1568918"/>
            <a:ext cx="1271756" cy="407351"/>
          </a:xfrm>
          <a:prstGeom prst="lef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Yes</a:t>
            </a:r>
          </a:p>
        </p:txBody>
      </p:sp>
      <p:sp>
        <p:nvSpPr>
          <p:cNvPr id="22" name="Arrow: Curved Down 21">
            <a:extLst>
              <a:ext uri="{FF2B5EF4-FFF2-40B4-BE49-F238E27FC236}">
                <a16:creationId xmlns:a16="http://schemas.microsoft.com/office/drawing/2014/main" id="{CB2C044D-6A41-3C44-A19F-F5DB048A6B9A}"/>
              </a:ext>
            </a:extLst>
          </p:cNvPr>
          <p:cNvSpPr/>
          <p:nvPr/>
        </p:nvSpPr>
        <p:spPr>
          <a:xfrm rot="3003392">
            <a:off x="6153932" y="1493940"/>
            <a:ext cx="1749968" cy="386037"/>
          </a:xfrm>
          <a:prstGeom prst="curved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245FDDFE-0668-7720-AFE2-5E1684120D5A}"/>
              </a:ext>
            </a:extLst>
          </p:cNvPr>
          <p:cNvSpPr/>
          <p:nvPr/>
        </p:nvSpPr>
        <p:spPr>
          <a:xfrm>
            <a:off x="5068657" y="3127703"/>
            <a:ext cx="1150374" cy="503085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/>
              <a:t>Log out</a:t>
            </a:r>
          </a:p>
        </p:txBody>
      </p:sp>
    </p:spTree>
    <p:extLst>
      <p:ext uri="{BB962C8B-B14F-4D97-AF65-F5344CB8AC3E}">
        <p14:creationId xmlns:p14="http://schemas.microsoft.com/office/powerpoint/2010/main" val="67437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1" grpId="0" animBg="1"/>
      <p:bldP spid="25" grpId="0"/>
      <p:bldP spid="4" grpId="0" animBg="1"/>
      <p:bldP spid="5" grpId="0" animBg="1"/>
      <p:bldP spid="10" grpId="0" animBg="1"/>
      <p:bldP spid="14" grpId="0" animBg="1"/>
      <p:bldP spid="22" grpId="0" animBg="1"/>
      <p:bldP spid="27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131</TotalTime>
  <Words>58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Celestial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Alireza Hadipoor</dc:creator>
  <cp:lastModifiedBy>Alireza Hadipoor</cp:lastModifiedBy>
  <cp:revision>4</cp:revision>
  <dcterms:created xsi:type="dcterms:W3CDTF">2025-11-05T05:47:50Z</dcterms:created>
  <dcterms:modified xsi:type="dcterms:W3CDTF">2025-11-05T16:26:58Z</dcterms:modified>
</cp:coreProperties>
</file>